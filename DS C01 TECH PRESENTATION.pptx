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>
        <p:scale>
          <a:sx n="50" d="100"/>
          <a:sy n="50" d="100"/>
        </p:scale>
        <p:origin x="2405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umerlin17@outlook.com" userId="4361c34856b37768" providerId="LiveId" clId="{8DCA8D8E-3579-41B3-AAE7-55052D39D585}"/>
    <pc:docChg chg="delSld modSld">
      <pc:chgData name="charumerlin17@outlook.com" userId="4361c34856b37768" providerId="LiveId" clId="{8DCA8D8E-3579-41B3-AAE7-55052D39D585}" dt="2026-07-25T03:42:27.955" v="73" actId="47"/>
      <pc:docMkLst>
        <pc:docMk/>
      </pc:docMkLst>
      <pc:sldChg chg="modSp mod">
        <pc:chgData name="charumerlin17@outlook.com" userId="4361c34856b37768" providerId="LiveId" clId="{8DCA8D8E-3579-41B3-AAE7-55052D39D585}" dt="2026-07-25T03:37:04.722" v="63" actId="1076"/>
        <pc:sldMkLst>
          <pc:docMk/>
          <pc:sldMk cId="3562977407" sldId="256"/>
        </pc:sldMkLst>
        <pc:spChg chg="mod">
          <ac:chgData name="charumerlin17@outlook.com" userId="4361c34856b37768" providerId="LiveId" clId="{8DCA8D8E-3579-41B3-AAE7-55052D39D585}" dt="2026-07-25T03:37:04.722" v="63" actId="1076"/>
          <ac:spMkLst>
            <pc:docMk/>
            <pc:sldMk cId="3562977407" sldId="256"/>
            <ac:spMk id="4" creationId="{82C50198-591D-D3B5-567B-6E6EE277D51D}"/>
          </ac:spMkLst>
        </pc:spChg>
      </pc:sldChg>
      <pc:sldChg chg="modSp mod">
        <pc:chgData name="charumerlin17@outlook.com" userId="4361c34856b37768" providerId="LiveId" clId="{8DCA8D8E-3579-41B3-AAE7-55052D39D585}" dt="2026-07-25T03:38:06.940" v="64" actId="255"/>
        <pc:sldMkLst>
          <pc:docMk/>
          <pc:sldMk cId="1209223571" sldId="257"/>
        </pc:sldMkLst>
        <pc:spChg chg="mod">
          <ac:chgData name="charumerlin17@outlook.com" userId="4361c34856b37768" providerId="LiveId" clId="{8DCA8D8E-3579-41B3-AAE7-55052D39D585}" dt="2026-07-25T03:38:06.940" v="64" actId="255"/>
          <ac:spMkLst>
            <pc:docMk/>
            <pc:sldMk cId="1209223571" sldId="257"/>
            <ac:spMk id="3" creationId="{7956D8B5-739F-7FE7-D9FD-7A91AC91E709}"/>
          </ac:spMkLst>
        </pc:spChg>
      </pc:sldChg>
      <pc:sldChg chg="modSp mod">
        <pc:chgData name="charumerlin17@outlook.com" userId="4361c34856b37768" providerId="LiveId" clId="{8DCA8D8E-3579-41B3-AAE7-55052D39D585}" dt="2026-07-25T03:38:16.401" v="65" actId="255"/>
        <pc:sldMkLst>
          <pc:docMk/>
          <pc:sldMk cId="721440716" sldId="258"/>
        </pc:sldMkLst>
        <pc:spChg chg="mod">
          <ac:chgData name="charumerlin17@outlook.com" userId="4361c34856b37768" providerId="LiveId" clId="{8DCA8D8E-3579-41B3-AAE7-55052D39D585}" dt="2026-07-25T03:38:16.401" v="65" actId="255"/>
          <ac:spMkLst>
            <pc:docMk/>
            <pc:sldMk cId="721440716" sldId="258"/>
            <ac:spMk id="3" creationId="{4330E492-21D3-9924-A0B4-872517288520}"/>
          </ac:spMkLst>
        </pc:spChg>
      </pc:sldChg>
      <pc:sldChg chg="modSp mod">
        <pc:chgData name="charumerlin17@outlook.com" userId="4361c34856b37768" providerId="LiveId" clId="{8DCA8D8E-3579-41B3-AAE7-55052D39D585}" dt="2026-07-25T03:38:25.813" v="66" actId="255"/>
        <pc:sldMkLst>
          <pc:docMk/>
          <pc:sldMk cId="4140008690" sldId="259"/>
        </pc:sldMkLst>
        <pc:spChg chg="mod">
          <ac:chgData name="charumerlin17@outlook.com" userId="4361c34856b37768" providerId="LiveId" clId="{8DCA8D8E-3579-41B3-AAE7-55052D39D585}" dt="2026-07-25T03:38:25.813" v="66" actId="255"/>
          <ac:spMkLst>
            <pc:docMk/>
            <pc:sldMk cId="4140008690" sldId="259"/>
            <ac:spMk id="3" creationId="{9C6737B0-7D0C-0236-1188-514F6AC0FCD8}"/>
          </ac:spMkLst>
        </pc:spChg>
      </pc:sldChg>
      <pc:sldChg chg="modSp mod">
        <pc:chgData name="charumerlin17@outlook.com" userId="4361c34856b37768" providerId="LiveId" clId="{8DCA8D8E-3579-41B3-AAE7-55052D39D585}" dt="2026-07-25T03:38:36.085" v="67" actId="255"/>
        <pc:sldMkLst>
          <pc:docMk/>
          <pc:sldMk cId="4145302796" sldId="260"/>
        </pc:sldMkLst>
        <pc:spChg chg="mod">
          <ac:chgData name="charumerlin17@outlook.com" userId="4361c34856b37768" providerId="LiveId" clId="{8DCA8D8E-3579-41B3-AAE7-55052D39D585}" dt="2026-07-25T03:38:36.085" v="67" actId="255"/>
          <ac:spMkLst>
            <pc:docMk/>
            <pc:sldMk cId="4145302796" sldId="260"/>
            <ac:spMk id="3" creationId="{6C5414AB-2CAD-6C7C-BA85-1FF95CE4B1D9}"/>
          </ac:spMkLst>
        </pc:spChg>
      </pc:sldChg>
      <pc:sldChg chg="modSp del mod">
        <pc:chgData name="charumerlin17@outlook.com" userId="4361c34856b37768" providerId="LiveId" clId="{8DCA8D8E-3579-41B3-AAE7-55052D39D585}" dt="2026-07-25T03:42:21.252" v="72" actId="47"/>
        <pc:sldMkLst>
          <pc:docMk/>
          <pc:sldMk cId="778918961" sldId="261"/>
        </pc:sldMkLst>
        <pc:spChg chg="mod">
          <ac:chgData name="charumerlin17@outlook.com" userId="4361c34856b37768" providerId="LiveId" clId="{8DCA8D8E-3579-41B3-AAE7-55052D39D585}" dt="2026-07-25T03:41:24.305" v="68" actId="255"/>
          <ac:spMkLst>
            <pc:docMk/>
            <pc:sldMk cId="778918961" sldId="261"/>
            <ac:spMk id="3" creationId="{E7F59E5B-5706-2835-94E8-CBB4B1D09367}"/>
          </ac:spMkLst>
        </pc:spChg>
      </pc:sldChg>
      <pc:sldChg chg="modSp del mod">
        <pc:chgData name="charumerlin17@outlook.com" userId="4361c34856b37768" providerId="LiveId" clId="{8DCA8D8E-3579-41B3-AAE7-55052D39D585}" dt="2026-07-25T03:42:27.955" v="73" actId="47"/>
        <pc:sldMkLst>
          <pc:docMk/>
          <pc:sldMk cId="945813838" sldId="262"/>
        </pc:sldMkLst>
        <pc:spChg chg="mod">
          <ac:chgData name="charumerlin17@outlook.com" userId="4361c34856b37768" providerId="LiveId" clId="{8DCA8D8E-3579-41B3-AAE7-55052D39D585}" dt="2026-07-25T03:41:34.667" v="69" actId="255"/>
          <ac:spMkLst>
            <pc:docMk/>
            <pc:sldMk cId="945813838" sldId="262"/>
            <ac:spMk id="3" creationId="{9BFDE506-7C12-EDA3-A3C7-732C62DF3CC3}"/>
          </ac:spMkLst>
        </pc:spChg>
      </pc:sldChg>
      <pc:sldChg chg="modSp mod">
        <pc:chgData name="charumerlin17@outlook.com" userId="4361c34856b37768" providerId="LiveId" clId="{8DCA8D8E-3579-41B3-AAE7-55052D39D585}" dt="2026-07-25T03:41:55.387" v="70" actId="255"/>
        <pc:sldMkLst>
          <pc:docMk/>
          <pc:sldMk cId="2321937704" sldId="264"/>
        </pc:sldMkLst>
        <pc:spChg chg="mod">
          <ac:chgData name="charumerlin17@outlook.com" userId="4361c34856b37768" providerId="LiveId" clId="{8DCA8D8E-3579-41B3-AAE7-55052D39D585}" dt="2026-07-25T03:41:55.387" v="70" actId="255"/>
          <ac:spMkLst>
            <pc:docMk/>
            <pc:sldMk cId="2321937704" sldId="264"/>
            <ac:spMk id="3" creationId="{B12F3501-405E-A2B2-EA68-DC125D8B9044}"/>
          </ac:spMkLst>
        </pc:spChg>
      </pc:sldChg>
      <pc:sldChg chg="modSp mod">
        <pc:chgData name="charumerlin17@outlook.com" userId="4361c34856b37768" providerId="LiveId" clId="{8DCA8D8E-3579-41B3-AAE7-55052D39D585}" dt="2026-07-25T03:42:06.261" v="71" actId="255"/>
        <pc:sldMkLst>
          <pc:docMk/>
          <pc:sldMk cId="4145696780" sldId="265"/>
        </pc:sldMkLst>
        <pc:spChg chg="mod">
          <ac:chgData name="charumerlin17@outlook.com" userId="4361c34856b37768" providerId="LiveId" clId="{8DCA8D8E-3579-41B3-AAE7-55052D39D585}" dt="2026-07-25T03:42:06.261" v="71" actId="255"/>
          <ac:spMkLst>
            <pc:docMk/>
            <pc:sldMk cId="4145696780" sldId="265"/>
            <ac:spMk id="3" creationId="{71BD8F4C-8445-1421-E13B-8ABF7F4791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41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63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05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21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00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08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39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8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7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7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17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B3BA5E4-EFAE-4A4B-9411-C058343D92C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E4F6394-7BDB-4A3A-B0D1-34C033470EF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908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4CD4-31CC-5C44-EE38-86F89706F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AI- POWERED CUSTOMER SUPPORT TICKET PRIORITIZATION SYSTEM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23CE1-98D6-69E2-133D-ADE1311DF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581194" y="3085766"/>
            <a:ext cx="10269686" cy="256874"/>
          </a:xfrm>
        </p:spPr>
        <p:txBody>
          <a:bodyPr>
            <a:normAutofit fontScale="77500" lnSpcReduction="20000"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50198-591D-D3B5-567B-6E6EE277D51D}"/>
              </a:ext>
            </a:extLst>
          </p:cNvPr>
          <p:cNvSpPr txBox="1"/>
          <p:nvPr/>
        </p:nvSpPr>
        <p:spPr>
          <a:xfrm>
            <a:off x="831427" y="4743733"/>
            <a:ext cx="419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Student name Reg no :</a:t>
            </a:r>
          </a:p>
          <a:p>
            <a:r>
              <a:rPr lang="en-IN" dirty="0">
                <a:solidFill>
                  <a:schemeClr val="bg1"/>
                </a:solidFill>
              </a:rPr>
              <a:t>SARU HASINI.S (192521418)</a:t>
            </a:r>
          </a:p>
          <a:p>
            <a:r>
              <a:rPr lang="en-IN" dirty="0">
                <a:solidFill>
                  <a:schemeClr val="bg1"/>
                </a:solidFill>
              </a:rPr>
              <a:t>AKSHITHA.S (192521390)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090E2-9EFB-DE8B-BC12-79AD5675968E}"/>
              </a:ext>
            </a:extLst>
          </p:cNvPr>
          <p:cNvSpPr txBox="1"/>
          <p:nvPr/>
        </p:nvSpPr>
        <p:spPr>
          <a:xfrm>
            <a:off x="8043333" y="5020733"/>
            <a:ext cx="319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Faculty: </a:t>
            </a:r>
          </a:p>
          <a:p>
            <a:r>
              <a:rPr lang="en-IN" dirty="0">
                <a:solidFill>
                  <a:schemeClr val="bg1"/>
                </a:solidFill>
              </a:rPr>
              <a:t>DR.ROSELYN SHAKILA</a:t>
            </a:r>
          </a:p>
        </p:txBody>
      </p:sp>
    </p:spTree>
    <p:extLst>
      <p:ext uri="{BB962C8B-B14F-4D97-AF65-F5344CB8AC3E}">
        <p14:creationId xmlns:p14="http://schemas.microsoft.com/office/powerpoint/2010/main" val="356297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3E33-7674-14DC-9FCB-B82C2FDC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D8B5-739F-7FE7-D9FD-7A91AC91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 companies receive thousands of support tickets daily.</a:t>
            </a:r>
          </a:p>
          <a:p>
            <a:r>
              <a:rPr lang="en-US" sz="2800" dirty="0"/>
              <a:t>Manual ticket sorting is slow and error-prone.</a:t>
            </a:r>
          </a:p>
          <a:p>
            <a:r>
              <a:rPr lang="en-US" sz="2800" dirty="0"/>
              <a:t>Critical issues may be delayed.</a:t>
            </a:r>
          </a:p>
          <a:p>
            <a:r>
              <a:rPr lang="en-US" sz="2800" dirty="0"/>
              <a:t>AI can automatically prioritize tickets.</a:t>
            </a:r>
          </a:p>
          <a:p>
            <a:r>
              <a:rPr lang="en-US" sz="2800" dirty="0"/>
              <a:t>Faster support improves customer satisfaction.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922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7E2A-D6B1-CC0E-1849-5643A044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E492-21D3-9924-A0B4-872517288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Understand the problem.</a:t>
            </a:r>
          </a:p>
          <a:p>
            <a:r>
              <a:rPr lang="en-US" sz="2800" dirty="0"/>
              <a:t>Learn the proposed AI solution.</a:t>
            </a:r>
          </a:p>
          <a:p>
            <a:r>
              <a:rPr lang="en-US" sz="2800" dirty="0"/>
              <a:t>Explain the system architecture.</a:t>
            </a:r>
          </a:p>
          <a:p>
            <a:r>
              <a:rPr lang="en-US" sz="2800" dirty="0"/>
              <a:t>Discuss project benefits.</a:t>
            </a:r>
          </a:p>
          <a:p>
            <a:r>
              <a:rPr lang="en-US" sz="2800" dirty="0"/>
              <a:t>Review the conclusion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44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10C5-7784-63C1-5046-56C2F514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– 1 ( PROBLEM STATEMENT)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37B0-7D0C-0236-1188-514F6AC0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Large number of customer support tickets.</a:t>
            </a:r>
          </a:p>
          <a:p>
            <a:r>
              <a:rPr lang="en-US" sz="2800" dirty="0"/>
              <a:t>Manual prioritization takes time.</a:t>
            </a:r>
          </a:p>
          <a:p>
            <a:r>
              <a:rPr lang="en-US" sz="2800" dirty="0"/>
              <a:t>Urgent issues may be missed.</a:t>
            </a:r>
          </a:p>
          <a:p>
            <a:r>
              <a:rPr lang="en-US" sz="2800" dirty="0"/>
              <a:t>Delayed responses reduce customer satisfaction.</a:t>
            </a:r>
          </a:p>
          <a:p>
            <a:r>
              <a:rPr lang="en-US" sz="2800" dirty="0"/>
              <a:t>AI helps automate ticket prioritization.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4000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E6F-6C15-8F04-32DD-0F50BEE7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– 2 (METHODOLOGY)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14AB-2CAD-6C7C-BA85-1FF95CE4B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Collect customer support tickets.</a:t>
            </a:r>
          </a:p>
          <a:p>
            <a:r>
              <a:rPr lang="en-US" sz="2800" dirty="0"/>
              <a:t>Clean and preprocess text data.</a:t>
            </a:r>
          </a:p>
          <a:p>
            <a:r>
              <a:rPr lang="en-US" sz="2800" dirty="0"/>
              <a:t>Extract important keywords/features.</a:t>
            </a:r>
          </a:p>
          <a:p>
            <a:r>
              <a:rPr lang="en-US" sz="2800" dirty="0"/>
              <a:t>Train a Machine Learning model.</a:t>
            </a:r>
          </a:p>
          <a:p>
            <a:r>
              <a:rPr lang="en-US" sz="2800" dirty="0"/>
              <a:t>Predict High, Medium, or Low priority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4530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339B-3E63-F448-AEED-99A5D866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5EB50-F72C-B841-C0BF-DF08C11A7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854198"/>
            <a:ext cx="7543799" cy="49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8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BF95-D6C3-042C-1ADA-16CB579A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F3501-405E-A2B2-EA68-DC125D8B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AI makes support systems smarter.</a:t>
            </a:r>
          </a:p>
          <a:p>
            <a:r>
              <a:rPr lang="en-US" sz="2800" dirty="0"/>
              <a:t>Faster responses improve user experience.</a:t>
            </a:r>
          </a:p>
          <a:p>
            <a:r>
              <a:rPr lang="en-US" sz="2800" dirty="0"/>
              <a:t>Easy to implement in IT companies.</a:t>
            </a:r>
          </a:p>
          <a:p>
            <a:r>
              <a:rPr lang="en-US" sz="2800" dirty="0"/>
              <a:t>Reduces workload on support staff.</a:t>
            </a:r>
          </a:p>
          <a:p>
            <a:r>
              <a:rPr lang="en-US" sz="2800" dirty="0"/>
              <a:t>Future scope: Deep Learning and Chatbot integration.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2193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D8A8-0088-C582-6703-48C6D5F2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8F4C-8445-1421-E13B-8ABF7F479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Google Scholar research papers</a:t>
            </a:r>
          </a:p>
          <a:p>
            <a:r>
              <a:rPr lang="en-IN" sz="2800" dirty="0"/>
              <a:t>IEEE Xplore Digital Library</a:t>
            </a:r>
          </a:p>
          <a:p>
            <a:r>
              <a:rPr lang="en-IN" sz="2800" dirty="0"/>
              <a:t>ACM Digital Library</a:t>
            </a:r>
          </a:p>
          <a:p>
            <a:r>
              <a:rPr lang="en-IN" sz="2800" dirty="0"/>
              <a:t>Scikit-learn Documentation</a:t>
            </a:r>
          </a:p>
          <a:p>
            <a:r>
              <a:rPr lang="en-IN" sz="2800" dirty="0"/>
              <a:t>Python Official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4569678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49</TotalTime>
  <Words>229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</vt:lpstr>
      <vt:lpstr>AI- POWERED CUSTOMER SUPPORT TICKET PRIORITIZATION SYSTEM USING MACHINE LEARNING</vt:lpstr>
      <vt:lpstr>INTRODUCTION </vt:lpstr>
      <vt:lpstr>OBJECTIVES </vt:lpstr>
      <vt:lpstr>MODULE – 1 ( PROBLEM STATEMENT) </vt:lpstr>
      <vt:lpstr>MODULE – 2 (METHODOLOGY) </vt:lpstr>
      <vt:lpstr>SYSTEM ARCHITECTURE </vt:lpstr>
      <vt:lpstr>CONCLUSION </vt:lpstr>
      <vt:lpstr>REFERENCES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charumerlin17@outlook.com</dc:creator>
  <cp:lastModifiedBy>charumerlin17@outlook.com</cp:lastModifiedBy>
  <cp:revision>1</cp:revision>
  <dcterms:created xsi:type="dcterms:W3CDTF">2026-07-23T04:44:05Z</dcterms:created>
  <dcterms:modified xsi:type="dcterms:W3CDTF">2026-07-25T03:42:35Z</dcterms:modified>
</cp:coreProperties>
</file>