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754" autoAdjust="0"/>
    <p:restoredTop sz="94660"/>
  </p:normalViewPr>
  <p:slideViewPr>
    <p:cSldViewPr snapToGrid="0">
      <p:cViewPr varScale="1">
        <p:scale>
          <a:sx n="90" d="100"/>
          <a:sy n="90" d="100"/>
        </p:scale>
        <p:origin x="86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rumerlin17@outlook.com" userId="4361c34856b37768" providerId="LiveId" clId="{8DCA8D8E-3579-41B3-AAE7-55052D39D585}"/>
    <pc:docChg chg="delSld modSld">
      <pc:chgData name="charumerlin17@outlook.com" userId="4361c34856b37768" providerId="LiveId" clId="{8DCA8D8E-3579-41B3-AAE7-55052D39D585}" dt="2026-07-28T06:25:41.568" v="96" actId="20577"/>
      <pc:docMkLst>
        <pc:docMk/>
      </pc:docMkLst>
      <pc:sldChg chg="modSp mod">
        <pc:chgData name="charumerlin17@outlook.com" userId="4361c34856b37768" providerId="LiveId" clId="{8DCA8D8E-3579-41B3-AAE7-55052D39D585}" dt="2026-07-28T06:25:41.568" v="96" actId="20577"/>
        <pc:sldMkLst>
          <pc:docMk/>
          <pc:sldMk cId="3562977407" sldId="256"/>
        </pc:sldMkLst>
        <pc:spChg chg="mod">
          <ac:chgData name="charumerlin17@outlook.com" userId="4361c34856b37768" providerId="LiveId" clId="{8DCA8D8E-3579-41B3-AAE7-55052D39D585}" dt="2026-07-28T06:25:41.568" v="96" actId="20577"/>
          <ac:spMkLst>
            <pc:docMk/>
            <pc:sldMk cId="3562977407" sldId="256"/>
            <ac:spMk id="4" creationId="{82C50198-591D-D3B5-567B-6E6EE277D51D}"/>
          </ac:spMkLst>
        </pc:spChg>
      </pc:sldChg>
      <pc:sldChg chg="modSp mod">
        <pc:chgData name="charumerlin17@outlook.com" userId="4361c34856b37768" providerId="LiveId" clId="{8DCA8D8E-3579-41B3-AAE7-55052D39D585}" dt="2026-07-25T03:38:06.940" v="64" actId="255"/>
        <pc:sldMkLst>
          <pc:docMk/>
          <pc:sldMk cId="1209223571" sldId="257"/>
        </pc:sldMkLst>
        <pc:spChg chg="mod">
          <ac:chgData name="charumerlin17@outlook.com" userId="4361c34856b37768" providerId="LiveId" clId="{8DCA8D8E-3579-41B3-AAE7-55052D39D585}" dt="2026-07-25T03:38:06.940" v="64" actId="255"/>
          <ac:spMkLst>
            <pc:docMk/>
            <pc:sldMk cId="1209223571" sldId="257"/>
            <ac:spMk id="3" creationId="{7956D8B5-739F-7FE7-D9FD-7A91AC91E709}"/>
          </ac:spMkLst>
        </pc:spChg>
      </pc:sldChg>
      <pc:sldChg chg="modSp mod">
        <pc:chgData name="charumerlin17@outlook.com" userId="4361c34856b37768" providerId="LiveId" clId="{8DCA8D8E-3579-41B3-AAE7-55052D39D585}" dt="2026-07-25T03:38:16.401" v="65" actId="255"/>
        <pc:sldMkLst>
          <pc:docMk/>
          <pc:sldMk cId="721440716" sldId="258"/>
        </pc:sldMkLst>
        <pc:spChg chg="mod">
          <ac:chgData name="charumerlin17@outlook.com" userId="4361c34856b37768" providerId="LiveId" clId="{8DCA8D8E-3579-41B3-AAE7-55052D39D585}" dt="2026-07-25T03:38:16.401" v="65" actId="255"/>
          <ac:spMkLst>
            <pc:docMk/>
            <pc:sldMk cId="721440716" sldId="258"/>
            <ac:spMk id="3" creationId="{4330E492-21D3-9924-A0B4-872517288520}"/>
          </ac:spMkLst>
        </pc:spChg>
      </pc:sldChg>
      <pc:sldChg chg="modSp mod">
        <pc:chgData name="charumerlin17@outlook.com" userId="4361c34856b37768" providerId="LiveId" clId="{8DCA8D8E-3579-41B3-AAE7-55052D39D585}" dt="2026-07-25T03:38:25.813" v="66" actId="255"/>
        <pc:sldMkLst>
          <pc:docMk/>
          <pc:sldMk cId="4140008690" sldId="259"/>
        </pc:sldMkLst>
        <pc:spChg chg="mod">
          <ac:chgData name="charumerlin17@outlook.com" userId="4361c34856b37768" providerId="LiveId" clId="{8DCA8D8E-3579-41B3-AAE7-55052D39D585}" dt="2026-07-25T03:38:25.813" v="66" actId="255"/>
          <ac:spMkLst>
            <pc:docMk/>
            <pc:sldMk cId="4140008690" sldId="259"/>
            <ac:spMk id="3" creationId="{9C6737B0-7D0C-0236-1188-514F6AC0FCD8}"/>
          </ac:spMkLst>
        </pc:spChg>
      </pc:sldChg>
      <pc:sldChg chg="modSp mod">
        <pc:chgData name="charumerlin17@outlook.com" userId="4361c34856b37768" providerId="LiveId" clId="{8DCA8D8E-3579-41B3-AAE7-55052D39D585}" dt="2026-07-25T03:38:36.085" v="67" actId="255"/>
        <pc:sldMkLst>
          <pc:docMk/>
          <pc:sldMk cId="4145302796" sldId="260"/>
        </pc:sldMkLst>
        <pc:spChg chg="mod">
          <ac:chgData name="charumerlin17@outlook.com" userId="4361c34856b37768" providerId="LiveId" clId="{8DCA8D8E-3579-41B3-AAE7-55052D39D585}" dt="2026-07-25T03:38:36.085" v="67" actId="255"/>
          <ac:spMkLst>
            <pc:docMk/>
            <pc:sldMk cId="4145302796" sldId="260"/>
            <ac:spMk id="3" creationId="{6C5414AB-2CAD-6C7C-BA85-1FF95CE4B1D9}"/>
          </ac:spMkLst>
        </pc:spChg>
      </pc:sldChg>
      <pc:sldChg chg="modSp mod">
        <pc:chgData name="charumerlin17@outlook.com" userId="4361c34856b37768" providerId="LiveId" clId="{8DCA8D8E-3579-41B3-AAE7-55052D39D585}" dt="2026-07-25T03:41:55.387" v="70" actId="255"/>
        <pc:sldMkLst>
          <pc:docMk/>
          <pc:sldMk cId="2321937704" sldId="264"/>
        </pc:sldMkLst>
        <pc:spChg chg="mod">
          <ac:chgData name="charumerlin17@outlook.com" userId="4361c34856b37768" providerId="LiveId" clId="{8DCA8D8E-3579-41B3-AAE7-55052D39D585}" dt="2026-07-25T03:41:55.387" v="70" actId="255"/>
          <ac:spMkLst>
            <pc:docMk/>
            <pc:sldMk cId="2321937704" sldId="264"/>
            <ac:spMk id="3" creationId="{B12F3501-405E-A2B2-EA68-DC125D8B9044}"/>
          </ac:spMkLst>
        </pc:spChg>
      </pc:sldChg>
      <pc:sldChg chg="modSp mod">
        <pc:chgData name="charumerlin17@outlook.com" userId="4361c34856b37768" providerId="LiveId" clId="{8DCA8D8E-3579-41B3-AAE7-55052D39D585}" dt="2026-07-25T03:42:06.261" v="71" actId="255"/>
        <pc:sldMkLst>
          <pc:docMk/>
          <pc:sldMk cId="4145696780" sldId="265"/>
        </pc:sldMkLst>
        <pc:spChg chg="mod">
          <ac:chgData name="charumerlin17@outlook.com" userId="4361c34856b37768" providerId="LiveId" clId="{8DCA8D8E-3579-41B3-AAE7-55052D39D585}" dt="2026-07-25T03:42:06.261" v="71" actId="255"/>
          <ac:spMkLst>
            <pc:docMk/>
            <pc:sldMk cId="4145696780" sldId="265"/>
            <ac:spMk id="3" creationId="{71BD8F4C-8445-1421-E13B-8ABF7F4791A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AB3BA5E4-EFAE-4A4B-9411-C058343D92C8}" type="datetimeFigureOut">
              <a:rPr lang="en-IN" smtClean="0"/>
              <a:t>28-07-2026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E4F6394-7BDB-4A3A-B0D1-34C033470E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84190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BA5E4-EFAE-4A4B-9411-C058343D92C8}" type="datetimeFigureOut">
              <a:rPr lang="en-IN" smtClean="0"/>
              <a:t>28-07-2026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8E4F6394-7BDB-4A3A-B0D1-34C033470E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5630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AB3BA5E4-EFAE-4A4B-9411-C058343D92C8}" type="datetimeFigureOut">
              <a:rPr lang="en-IN" smtClean="0"/>
              <a:t>28-07-2026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E4F6394-7BDB-4A3A-B0D1-34C033470E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505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BA5E4-EFAE-4A4B-9411-C058343D92C8}" type="datetimeFigureOut">
              <a:rPr lang="en-IN" smtClean="0"/>
              <a:t>28-07-2026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F6394-7BDB-4A3A-B0D1-34C033470E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6521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BA5E4-EFAE-4A4B-9411-C058343D92C8}" type="datetimeFigureOut">
              <a:rPr lang="en-IN" smtClean="0"/>
              <a:t>28-07-2026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F6394-7BDB-4A3A-B0D1-34C033470E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3003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BA5E4-EFAE-4A4B-9411-C058343D92C8}" type="datetimeFigureOut">
              <a:rPr lang="en-IN" smtClean="0"/>
              <a:t>28-07-2026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F6394-7BDB-4A3A-B0D1-34C033470E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2082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BA5E4-EFAE-4A4B-9411-C058343D92C8}" type="datetimeFigureOut">
              <a:rPr lang="en-IN" smtClean="0"/>
              <a:t>28-07-2026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F6394-7BDB-4A3A-B0D1-34C033470E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9392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AB3BA5E4-EFAE-4A4B-9411-C058343D92C8}" type="datetimeFigureOut">
              <a:rPr lang="en-IN" smtClean="0"/>
              <a:t>28-07-2026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E4F6394-7BDB-4A3A-B0D1-34C033470E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1989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BA5E4-EFAE-4A4B-9411-C058343D92C8}" type="datetimeFigureOut">
              <a:rPr lang="en-IN" smtClean="0"/>
              <a:t>28-07-2026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F6394-7BDB-4A3A-B0D1-34C033470E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30737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BA5E4-EFAE-4A4B-9411-C058343D92C8}" type="datetimeFigureOut">
              <a:rPr lang="en-IN" smtClean="0"/>
              <a:t>28-07-2026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4F6394-7BDB-4A3A-B0D1-34C033470E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42790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AB3BA5E4-EFAE-4A4B-9411-C058343D92C8}" type="datetimeFigureOut">
              <a:rPr lang="en-IN" smtClean="0"/>
              <a:t>28-07-2026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E4F6394-7BDB-4A3A-B0D1-34C033470E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7175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AB3BA5E4-EFAE-4A4B-9411-C058343D92C8}" type="datetimeFigureOut">
              <a:rPr lang="en-IN" smtClean="0"/>
              <a:t>28-07-2026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8E4F6394-7BDB-4A3A-B0D1-34C033470EF4}" type="slidenum">
              <a:rPr lang="en-IN" smtClean="0"/>
              <a:t>‹#›</a:t>
            </a:fld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69086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74CD4-31CC-5C44-EE38-86F89706FC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AI- POWERED CUSTOMER SUPPORT TICKET PRIORITIZATION SYSTEM USING MACHINE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F23CE1-98D6-69E2-133D-ADE1311DF7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flipV="1">
            <a:off x="581194" y="3085766"/>
            <a:ext cx="10269686" cy="256874"/>
          </a:xfrm>
        </p:spPr>
        <p:txBody>
          <a:bodyPr>
            <a:normAutofit fontScale="77500" lnSpcReduction="20000"/>
          </a:bodyPr>
          <a:lstStyle/>
          <a:p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C50198-591D-D3B5-567B-6E6EE277D51D}"/>
              </a:ext>
            </a:extLst>
          </p:cNvPr>
          <p:cNvSpPr txBox="1"/>
          <p:nvPr/>
        </p:nvSpPr>
        <p:spPr>
          <a:xfrm>
            <a:off x="831427" y="4743733"/>
            <a:ext cx="41960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Student name Reg no :</a:t>
            </a:r>
          </a:p>
          <a:p>
            <a:r>
              <a:rPr lang="en-IN" dirty="0">
                <a:solidFill>
                  <a:schemeClr val="bg1"/>
                </a:solidFill>
              </a:rPr>
              <a:t>SARU HASINI.S (</a:t>
            </a:r>
            <a:r>
              <a:rPr lang="en-IN">
                <a:solidFill>
                  <a:schemeClr val="bg1"/>
                </a:solidFill>
              </a:rPr>
              <a:t>192521418)</a:t>
            </a:r>
            <a:endParaRPr lang="en-IN" dirty="0">
              <a:solidFill>
                <a:schemeClr val="bg1"/>
              </a:solidFill>
            </a:endParaRP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9090E2-9EFB-DE8B-BC12-79AD5675968E}"/>
              </a:ext>
            </a:extLst>
          </p:cNvPr>
          <p:cNvSpPr txBox="1"/>
          <p:nvPr/>
        </p:nvSpPr>
        <p:spPr>
          <a:xfrm>
            <a:off x="8043333" y="5020733"/>
            <a:ext cx="31919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Faculty: </a:t>
            </a:r>
          </a:p>
          <a:p>
            <a:r>
              <a:rPr lang="en-IN" dirty="0">
                <a:solidFill>
                  <a:schemeClr val="bg1"/>
                </a:solidFill>
              </a:rPr>
              <a:t>DR.ROSELYN SHAKILA</a:t>
            </a:r>
          </a:p>
        </p:txBody>
      </p:sp>
    </p:spTree>
    <p:extLst>
      <p:ext uri="{BB962C8B-B14F-4D97-AF65-F5344CB8AC3E}">
        <p14:creationId xmlns:p14="http://schemas.microsoft.com/office/powerpoint/2010/main" val="3562977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43E33-7674-14DC-9FCB-B82C2FDCB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56D8B5-739F-7FE7-D9FD-7A91AC91E7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IT companies receive thousands of support tickets daily.</a:t>
            </a:r>
          </a:p>
          <a:p>
            <a:r>
              <a:rPr lang="en-US" sz="2800" dirty="0"/>
              <a:t>Manual ticket sorting is slow and error-prone.</a:t>
            </a:r>
          </a:p>
          <a:p>
            <a:r>
              <a:rPr lang="en-US" sz="2800" dirty="0"/>
              <a:t>Critical issues may be delayed.</a:t>
            </a:r>
          </a:p>
          <a:p>
            <a:r>
              <a:rPr lang="en-US" sz="2800" dirty="0"/>
              <a:t>AI can automatically prioritize tickets.</a:t>
            </a:r>
          </a:p>
          <a:p>
            <a:r>
              <a:rPr lang="en-US" sz="2800" dirty="0"/>
              <a:t>Faster support improves customer satisfaction.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2092235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07E2A-D6B1-CC0E-1849-5643A044D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0E492-21D3-9924-A0B4-872517288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Understand the problem.</a:t>
            </a:r>
          </a:p>
          <a:p>
            <a:r>
              <a:rPr lang="en-US" sz="2800" dirty="0"/>
              <a:t>Learn the proposed AI solution.</a:t>
            </a:r>
          </a:p>
          <a:p>
            <a:r>
              <a:rPr lang="en-US" sz="2800" dirty="0"/>
              <a:t>Explain the system architecture.</a:t>
            </a:r>
          </a:p>
          <a:p>
            <a:r>
              <a:rPr lang="en-US" sz="2800" dirty="0"/>
              <a:t>Discuss project benefits.</a:t>
            </a:r>
          </a:p>
          <a:p>
            <a:r>
              <a:rPr lang="en-US" sz="2800" dirty="0"/>
              <a:t>Review the conclusion</a:t>
            </a:r>
            <a:r>
              <a:rPr lang="en-US" dirty="0"/>
              <a:t>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14407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210C5-7784-63C1-5046-56C2F514E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– 1 ( PROBLEM STATEMENT)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737B0-7D0C-0236-1188-514F6AC0F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Large number of customer support tickets.</a:t>
            </a:r>
          </a:p>
          <a:p>
            <a:r>
              <a:rPr lang="en-US" sz="2800" dirty="0"/>
              <a:t>Manual prioritization takes time.</a:t>
            </a:r>
          </a:p>
          <a:p>
            <a:r>
              <a:rPr lang="en-US" sz="2800" dirty="0"/>
              <a:t>Urgent issues may be missed.</a:t>
            </a:r>
          </a:p>
          <a:p>
            <a:r>
              <a:rPr lang="en-US" sz="2800" dirty="0"/>
              <a:t>Delayed responses reduce customer satisfaction.</a:t>
            </a:r>
          </a:p>
          <a:p>
            <a:r>
              <a:rPr lang="en-US" sz="2800" dirty="0"/>
              <a:t>AI helps automate ticket prioritization.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4140008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B3E6F-6C15-8F04-32DD-0F50BEE76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 – 2 (METHODOLOGY)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414AB-2CAD-6C7C-BA85-1FF95CE4B1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Collect customer support tickets.</a:t>
            </a:r>
          </a:p>
          <a:p>
            <a:r>
              <a:rPr lang="en-US" sz="2800" dirty="0"/>
              <a:t>Clean and preprocess text data.</a:t>
            </a:r>
          </a:p>
          <a:p>
            <a:r>
              <a:rPr lang="en-US" sz="2800" dirty="0"/>
              <a:t>Extract important keywords/features.</a:t>
            </a:r>
          </a:p>
          <a:p>
            <a:r>
              <a:rPr lang="en-US" sz="2800" dirty="0"/>
              <a:t>Train a Machine Learning model.</a:t>
            </a:r>
          </a:p>
          <a:p>
            <a:r>
              <a:rPr lang="en-US" sz="2800" dirty="0"/>
              <a:t>Predict High, Medium, or Low priority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41453027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0339B-3E63-F448-AEED-99A5D866F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SYSTEM ARCHITECTURE</a:t>
            </a:r>
            <a:br>
              <a:rPr lang="en-IN" dirty="0"/>
            </a:b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195EB50-F72C-B841-C0BF-DF08C11A72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4100" y="1854198"/>
            <a:ext cx="7543799" cy="4936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2878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1BF95-D6C3-042C-1ADA-16CB579A2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CONCLUSION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F3501-405E-A2B2-EA68-DC125D8B90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AI makes support systems smarter.</a:t>
            </a:r>
          </a:p>
          <a:p>
            <a:r>
              <a:rPr lang="en-US" sz="2800" dirty="0"/>
              <a:t>Faster responses improve user experience.</a:t>
            </a:r>
          </a:p>
          <a:p>
            <a:r>
              <a:rPr lang="en-US" sz="2800" dirty="0"/>
              <a:t>Easy to implement in IT companies.</a:t>
            </a:r>
          </a:p>
          <a:p>
            <a:r>
              <a:rPr lang="en-US" sz="2800" dirty="0"/>
              <a:t>Reduces workload on support staff.</a:t>
            </a:r>
          </a:p>
          <a:p>
            <a:r>
              <a:rPr lang="en-US" sz="2800" dirty="0"/>
              <a:t>Future scope: Deep Learning and Chatbot integration.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321937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BD8A8-0088-C582-6703-48C6D5F2E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REFERENCES 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D8F4C-8445-1421-E13B-8ABF7F479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800" dirty="0"/>
              <a:t>Google Scholar research papers</a:t>
            </a:r>
          </a:p>
          <a:p>
            <a:r>
              <a:rPr lang="en-IN" sz="2800" dirty="0"/>
              <a:t>IEEE Xplore Digital Library</a:t>
            </a:r>
          </a:p>
          <a:p>
            <a:r>
              <a:rPr lang="en-IN" sz="2800" dirty="0"/>
              <a:t>ACM Digital Library</a:t>
            </a:r>
          </a:p>
          <a:p>
            <a:r>
              <a:rPr lang="en-IN" sz="2800" dirty="0"/>
              <a:t>Scikit-learn Documentation</a:t>
            </a:r>
          </a:p>
          <a:p>
            <a:r>
              <a:rPr lang="en-IN" sz="2800" dirty="0"/>
              <a:t>Python Official Documentation</a:t>
            </a:r>
          </a:p>
        </p:txBody>
      </p:sp>
    </p:spTree>
    <p:extLst>
      <p:ext uri="{BB962C8B-B14F-4D97-AF65-F5344CB8AC3E}">
        <p14:creationId xmlns:p14="http://schemas.microsoft.com/office/powerpoint/2010/main" val="414569678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49</TotalTime>
  <Words>223</Words>
  <Application>Microsoft Office PowerPoint</Application>
  <PresentationFormat>Widescreen</PresentationFormat>
  <Paragraphs>42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Gill Sans MT</vt:lpstr>
      <vt:lpstr>Wingdings 2</vt:lpstr>
      <vt:lpstr>Dividend</vt:lpstr>
      <vt:lpstr>AI- POWERED CUSTOMER SUPPORT TICKET PRIORITIZATION SYSTEM USING MACHINE LEARNING</vt:lpstr>
      <vt:lpstr>INTRODUCTION </vt:lpstr>
      <vt:lpstr>OBJECTIVES </vt:lpstr>
      <vt:lpstr>MODULE – 1 ( PROBLEM STATEMENT) </vt:lpstr>
      <vt:lpstr>MODULE – 2 (METHODOLOGY) </vt:lpstr>
      <vt:lpstr>SYSTEM ARCHITECTURE </vt:lpstr>
      <vt:lpstr>CONCLUSION </vt:lpstr>
      <vt:lpstr>REFERENCES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charumerlin17@outlook.com</dc:creator>
  <cp:lastModifiedBy>charumerlin17@outlook.com</cp:lastModifiedBy>
  <cp:revision>1</cp:revision>
  <dcterms:created xsi:type="dcterms:W3CDTF">2026-07-23T04:44:05Z</dcterms:created>
  <dcterms:modified xsi:type="dcterms:W3CDTF">2026-07-28T06:25:53Z</dcterms:modified>
</cp:coreProperties>
</file>